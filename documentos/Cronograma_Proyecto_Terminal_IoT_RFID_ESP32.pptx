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6" r:id="rId5"/>
  </p:sldIdLst>
  <p:sldSz cx="12192000" cy="6858000"/>
  <p:notesSz cx="6858000" cy="9144000"/>
  <p:embeddedFontLst>
    <p:embeddedFont>
      <p:font typeface="Inter" panose="020B0604020202020204" charset="0"/>
      <p:regular r:id="rId7"/>
      <p:bold r:id="rId8"/>
      <p:italic r:id="rId9"/>
      <p:boldItalic r:id="rId10"/>
    </p:embeddedFont>
    <p:embeddedFont>
      <p:font typeface="Plus Jakarta Sans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479577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84152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8300" y="484152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1845022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UNIVERSITARIO • INGENIERÍA INFORMÁTICA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197447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Terminal IoT Inteligente &amp; Analítica con 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527077"/>
            <a:ext cx="7334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Registro de consumos en tiempo real mediante tarjetas RFID y ESP32-S3 con previsión de demanda basada en Machine Learning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822477"/>
            <a:ext cx="547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Autores: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Alexis Benitez • Carlos Alcaraz • Moisés Zárate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448300" y="4822477"/>
            <a:ext cx="225028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Universidad del Norte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09600" y="1962150"/>
            <a:ext cx="52578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3314700"/>
            <a:ext cx="52578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9600" y="4667250"/>
            <a:ext cx="52578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4600" y="2085975"/>
            <a:ext cx="52578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22098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3562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4914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VALOR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Visión General del Sistema IoT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8200" y="2190750"/>
            <a:ext cx="6300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Punto de Registro Ágil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" y="24955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Lectura instantánea de credenciales RFID con retroalimentación audiovisual inmediata.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" y="3543300"/>
            <a:ext cx="6300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Telemetría de Precisión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8200" y="384810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Sincronización horaria exacta vía protocolo NTP para marcas de tiempo confiables.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8200" y="4895850"/>
            <a:ext cx="63007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Analítica Predictiva con IA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8200" y="52006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Identificación automática de picos de demanda y pronóstico operativo de suministros.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3062287"/>
            <a:ext cx="207258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834580" y="3062287"/>
            <a:ext cx="207258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059560" y="3062287"/>
            <a:ext cx="207258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284541" y="3062287"/>
            <a:ext cx="207258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509521" y="3062287"/>
            <a:ext cx="207258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7290" y="3252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2270" y="3252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251" y="3252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2231" y="3252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7212" y="3252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640" y="33861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75620" y="33861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24413" y="338613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25581" y="33861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50562" y="33861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MARCO METODOLÓGICO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5 Fases de Design Thinking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85784" y="3862387"/>
            <a:ext cx="232021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Empatizar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41027" y="4138612"/>
            <a:ext cx="2209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Identificar fricción en cobros y gestión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2710764" y="3862387"/>
            <a:ext cx="232021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Definir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2766007" y="4138612"/>
            <a:ext cx="2209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Sintetizar reto HMW y objetivos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935745" y="3862387"/>
            <a:ext cx="232021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Idear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990988" y="4138612"/>
            <a:ext cx="2209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Diseñar arquitectura ESP32 e IA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160725" y="3862387"/>
            <a:ext cx="232021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Prototipar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215968" y="4138612"/>
            <a:ext cx="2209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Construir POS físico y dashboard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385706" y="3862387"/>
            <a:ext cx="232021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Testear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440949" y="4138612"/>
            <a:ext cx="22097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Simular cargas y evaluar precisión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/>
          <p:nvPr/>
        </p:nvSpPr>
        <p:spPr>
          <a:xfrm>
            <a:off x="609600" y="1352550"/>
            <a:ext cx="2628900" cy="50482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390900" y="1352550"/>
            <a:ext cx="2628900" cy="50482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172200" y="1352550"/>
            <a:ext cx="2628900" cy="50482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8953500" y="1352550"/>
            <a:ext cx="2628900" cy="50482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800100" y="1543050"/>
            <a:ext cx="714375" cy="2381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581400" y="1543050"/>
            <a:ext cx="695325" cy="2381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362700" y="1543050"/>
            <a:ext cx="695325" cy="2381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9144000" y="1543050"/>
            <a:ext cx="723900" cy="2381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DE PROYECTO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Cronograma de Trabajo (Octubre 2026)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914400" y="1581150"/>
            <a:ext cx="5810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07 OCT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800100" y="1895475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Requisitos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lang="en-US" sz="13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Diseño</a:t>
            </a:r>
            <a:endParaRPr dirty="0"/>
          </a:p>
        </p:txBody>
      </p:sp>
      <p:sp>
        <p:nvSpPr>
          <p:cNvPr id="285" name="Google Shape;285;p23"/>
          <p:cNvSpPr txBox="1"/>
          <p:nvPr/>
        </p:nvSpPr>
        <p:spPr>
          <a:xfrm>
            <a:off x="800100" y="21717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Bocetos de interfaz, modelo de base de datos y contrato de API.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3695700" y="1581150"/>
            <a:ext cx="5619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 OCT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3581400" y="1895475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Desarrollo Inicial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3581400" y="21717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Firmware base ESP32-S3, lectura RFID y backend en Python.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477000" y="1581150"/>
            <a:ext cx="5619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21 OCT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362700" y="1895475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Integración e IA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362700" y="21717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Buffer flash offline, gráficos Chart.js y modelo de predicción.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9258300" y="1581150"/>
            <a:ext cx="590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28 OCT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9144000" y="1895475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Pruebas &amp; Demo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9144000" y="2171700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Simulación con múltiples tarjetas y demostración en vivo.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Panorámica</PresentationFormat>
  <Paragraphs>39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Plus Jakarta Sans</vt:lpstr>
      <vt:lpstr>Arial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 Alcaraz</dc:creator>
  <cp:lastModifiedBy>Carlos Alcaraz</cp:lastModifiedBy>
  <cp:revision>1</cp:revision>
  <dcterms:modified xsi:type="dcterms:W3CDTF">2026-10-07T22:43:50Z</dcterms:modified>
</cp:coreProperties>
</file>